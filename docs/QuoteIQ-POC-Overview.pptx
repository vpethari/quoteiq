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C143"/>
                </a:solidFill>
                <a:latin typeface="Calibri"/>
              </a:rPr>
              <a:t>ATKORE  · 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QuoteIQ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Intelligent product matching that turns messy RFQs into CPQ-ready quotes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C0D4"/>
                </a:solidFill>
                <a:latin typeface="Calibri"/>
              </a:rPr>
              <a:t>Executive summary  ·  Logical flow  ·  Architecture  ·  Azure enterprise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POC overview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Four views of QuoteIQ for leadership and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640080" cy="50292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1280160"/>
            <a:ext cx="10332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4447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A5C"/>
                </a:solidFill>
                <a:latin typeface="Calibri"/>
              </a:rPr>
              <a:t>What QuoteIQ does, who it helps, and the POC capabilities that are live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640080" cy="50292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514600"/>
            <a:ext cx="10332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6791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Logical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175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A5C"/>
                </a:solidFill>
                <a:latin typeface="Calibri"/>
              </a:rPr>
              <a:t>Business flow from customer RFQ to catalog match, human review, and CSV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7640"/>
            <a:ext cx="640080" cy="50292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3749040"/>
            <a:ext cx="10332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9136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Architecture diagram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A5C"/>
                </a:solidFill>
                <a:latin typeface="Calibri"/>
              </a:rPr>
              <a:t>Current POC stack: React UI, FastAPI matching engine, Excel catalog, optional Azure OpenAI.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12080"/>
            <a:ext cx="640080" cy="502920"/>
          </a:xfrm>
          <a:prstGeom prst="roundRect">
            <a:avLst>
              <a:gd name="adj" fmla="val 50000"/>
            </a:avLst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4983480"/>
            <a:ext cx="10332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51480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Azure &amp;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4864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A5C"/>
                </a:solidFill>
                <a:latin typeface="Calibri"/>
              </a:rPr>
              <a:t>Target cloud landing zone, identity, security, operations, and how the POC becomes a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The problem QuoteIQ solves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557784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" cy="5074920"/>
          </a:xfrm>
          <a:prstGeom prst="rect">
            <a:avLst/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257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Customer quotes arrive as Excel with descriptions, abbreviations, or mixed part numbers — not a clean Atkore SKU list.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Inside sales spends time hunting the catalog, guessing among duplicate descriptions, and risking the wrong part on a quote.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Family / parent catalog IDs must never be sold; official catalog numbers must be the only output.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Downstream CPQ and agents need a stable CSV, not a rewritten customer workbook.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73152" cy="5074920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3258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POC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Upload an Excel RFQ; QuoteIQ extracts line items (Name / Description + Qty; optional Part Number).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Match against the Atkore product catalog using identifiers first, then description scoring.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Ambiguous or duplicate catalog descriptions are flagged for review — the engine does not invent a winner.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Optional Azure OpenAI only re-ranks existing candidates; it cannot invent part numbers.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Download a CPQ-ready CSV with status, score, reasons, and top candidates.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Executive summary — POC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What is in the application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715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Quote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934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Excel upload (xlsx). Header aliases for Name/Description, Qty, optional PN. Blank Name allowed if a part number is present.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715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984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Identifier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0934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Exact Salsify ID (keep NA1- prefix), then official catalog number. Name cell can be a PN or a description.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68880"/>
            <a:ext cx="5715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786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Description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950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Normalize text, expand synonyms (e.g. LTG → LIGHTING), score exact / token / fuzzy / attributes.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468880"/>
            <a:ext cx="5715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5786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Catalog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8950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Sellable products only. Family/parent Salsify IDs never match. Output is always official catalog number.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49040"/>
            <a:ext cx="5715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Confidence &amp;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966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EXACT / HIGH / REVIEW REQUIRED / NO MATCH. Duplicate descriptions stay in review with all candidates shown.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49040"/>
            <a:ext cx="5715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587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Optional AI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6966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Azure OpenAI judges top N candidates only. Off by default. Missing config returns a clear unavailable message.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029199"/>
            <a:ext cx="5715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38927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Results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49823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Summary counts, line table, expandable candidates, AI toggle, CSV download — no source Excel rewrite.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029199"/>
            <a:ext cx="5715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138927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APIs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449823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Health, preview, quote match, process-to-JSON, process-to-CSV. Vite UI proxies /api in local DEV.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Executive summary —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How a processed quote is classified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3611880" cy="1097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Matched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Unique identifier hit or unique high-confidence description. Official Atkore part number is filled.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258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25880"/>
            <a:ext cx="3611880" cy="109728"/>
          </a:xfrm>
          <a:prstGeom prst="rect">
            <a:avLst/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00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Review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574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Viable candidates exist but the winner is ambiguous (ties, shared descriptions, thin score gap).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3611880" cy="109728"/>
          </a:xfrm>
          <a:prstGeom prst="rect">
            <a:avLst/>
          </a:prstGeom>
          <a:solidFill>
            <a:srgbClr val="8A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00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No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Nothing reaches the match threshold. CSV part number stays blank; line is still exported.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40480"/>
            <a:ext cx="113385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40480"/>
            <a:ext cx="73152" cy="2468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9319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POC boundaries (intentional)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251960"/>
            <a:ext cx="11018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Column mapping uses known header aliases — not fully arbitrary agent column names (acceptable for POC).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Catalog is loaded from Excel at process time (in-memory matcher). Postgres exists in docker-compose for later catalog persistence.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No login, tenant isolation, PDF RFQs, or CPQ write-back in this POC. CSV is the integration contract.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AI never searches the full catalog and never invents SKUs. Local demo can run with AI 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Logical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Business process from RFQ to CPQ-ready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Customer / agent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Excel RFQ
Name, Qty, optional PN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29968" y="2057400"/>
            <a:ext cx="128016" cy="256032"/>
          </a:xfrm>
          <a:prstGeom prst="rightArrow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76272" y="14173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Ingest &amp; parse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Find headers
Normalize line items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2057400"/>
            <a:ext cx="128016" cy="256032"/>
          </a:xfrm>
          <a:prstGeom prst="rightArrow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32504" y="14173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Match engine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ID first, then
description scoring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42432" y="2057400"/>
            <a:ext cx="128016" cy="256032"/>
          </a:xfrm>
          <a:prstGeom prst="rightArrow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88736" y="14173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Optional AI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Re-rank top N
candidates only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98664" y="2057400"/>
            <a:ext cx="128016" cy="256032"/>
          </a:xfrm>
          <a:prstGeom prst="rightArrow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44968" y="14173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Decide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Match / Review /
No match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54896" y="2057400"/>
            <a:ext cx="128016" cy="256032"/>
          </a:xfrm>
          <a:prstGeom prst="rightArrow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4173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Export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UI + CSV for
CPQ /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20040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918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Atkore product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1188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Excel extract of sellable products. Official part = text before “ - ” in Catalog Number – Short Description. Families (salsify:parent_id) are never quoted.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004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91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118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Do not guess on ties. Do not emit Salsify IDs or parent IDs as the matched part. Do not modify the customer workbook. Quantity is not used to pick identity.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800600"/>
            <a:ext cx="11475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94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Human in the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Review-required lines show scored candidates and match reasons so inside sales can pick the correct SKU. Matched and no-match lines still flow to CSV so agents get a complete, auditable file. This is the control that keeps QuoteIQ safe for quoting.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Logical diagram — matching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How a single line is decided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3619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Parse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Description, qty, optional PN from mapped columns.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53619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Identifier lookup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5740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Normalized Salsify ID, then official catalog number (Name may be an ID).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5087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53619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Description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If no ID hit: exact, token Dice, fuzzy, attribute overlap → 0–100.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490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050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Rank &amp;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Drop weak scores. Unique high score → match. Tie / duplicate desc →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490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4840" y="397764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0050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Optional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5262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If enabled and Azure is configured: reason over top 5 catalog candidates only.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490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21040" y="397764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0050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Emit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Official PN or blank + status, %, reasons, candidate list → UI and CSV.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Architecture — current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Local / docker development topology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Users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Inside sales
Local demo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280160"/>
            <a:ext cx="2880360" cy="123444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Web UI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React + Vite
localhost:5173
Proxy /api → :8000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34440"/>
            <a:ext cx="6035040" cy="3246120"/>
          </a:xfrm>
          <a:prstGeom prst="roundRect">
            <a:avLst>
              <a:gd name="adj" fmla="val 8000"/>
            </a:avLst>
          </a:prstGeom>
          <a:solidFill>
            <a:srgbClr val="14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29844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FastAPI  ·  uvicorn  ·  :8000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916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AC143"/>
                </a:solidFill>
                <a:latin typeface="Calibri"/>
              </a:rPr>
              <a:t>quotes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Excel parse
header aliases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6916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AC143"/>
                </a:solidFill>
                <a:latin typeface="Calibri"/>
              </a:rPr>
              <a:t>catalog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Load products
from xlsx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6916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AC143"/>
                </a:solidFill>
                <a:latin typeface="Calibri"/>
              </a:rPr>
              <a:t>matching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Normalize, score
ID + 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88036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AC143"/>
                </a:solidFill>
                <a:latin typeface="Calibri"/>
              </a:rPr>
              <a:t>ai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Optional Azure
OpenAI re-rank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88036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AC143"/>
                </a:solidFill>
                <a:latin typeface="Calibri"/>
              </a:rPr>
              <a:t>output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JSON results
CSV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88036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AC143"/>
                </a:solidFill>
                <a:latin typeface="Calibri"/>
              </a:rPr>
              <a:t>config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Thresholds
.env settings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78892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Catalog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A5C"/>
                </a:solidFill>
                <a:latin typeface="Calibri"/>
              </a:rPr>
              <a:t>data/Atkorepartsfile.xlsx
Loaded in-memory
into ProductMatcher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78892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2880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Quote 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0040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A5C"/>
                </a:solidFill>
                <a:latin typeface="Calibri"/>
              </a:rPr>
              <a:t>Uploaded xlsx
Parsed then discarded
Never rewritten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572000"/>
            <a:ext cx="5212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Optional: Azure OpenAI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83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Endpoint + key + deployment in .env. Used only when AI toggle is on. Unconfigured → 503 with a user-facing “unavailable” message. Default is AI off.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4572000"/>
            <a:ext cx="6035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46634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Postgres 16 (docker-compose) — ready, not on the hot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98348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Alembic migrations exist for catalog persistence. POC matching still uses the Excel loader. This is the on-ramp to a managed Azure database without changing the matching algorithms.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Architecture —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Contracts the POC already exposes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" cy="5074920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HTTP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GET /health — liveness and AI flag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POST /api/matching/preview — one description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POST /api/matching/ai-preview — same with AI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POST /api/matching/quote — JSON lines or path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POST /api/quote/process/results — upload → JSON summary + lines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POST /api/quote/process — upload → CSV download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CORS allow-list from settings; 5 MB upload cap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73152" cy="5074920"/>
          </a:xfrm>
          <a:prstGeom prst="rect">
            <a:avLst/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3258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CSV contract (do not break consumers)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Source file / sheet / row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Requested description and quantity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Matched Atkore part + description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Matching percentage (no % sign)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Confidence HIGH / REVIEW / LOW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Match status and reason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A4A5C"/>
                </a:solidFill>
                <a:latin typeface="Calibri"/>
              </a:rPr>
              <a:t>•  Candidate count and top candidates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Azure migration — target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Same matching core, enterprise landing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A4A"/>
                </a:solidFill>
                <a:latin typeface="Calibri"/>
              </a:rPr>
              <a:t>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630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73152" cy="14173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SPA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9202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Static Web Apps
or App Service
+ Front Door / CDN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01752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017520"/>
            <a:ext cx="73152" cy="14173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154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4747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Entra ID (SSO)
App roles
Conditional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8C"/>
                </a:solidFill>
                <a:latin typeface="Calibri"/>
              </a:rPr>
              <a:t>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4630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463040"/>
            <a:ext cx="73152" cy="141732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19202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Azure App Service
or Container Apps
FastAPI workers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01752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3017520"/>
            <a:ext cx="73152" cy="141732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3154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34747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Catalog refresh
queue (Service Bus)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6C0A"/>
                </a:solidFill>
                <a:latin typeface="Calibri"/>
              </a:rPr>
              <a:t>INTELLIGENCE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4630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463040"/>
            <a:ext cx="73152" cy="1417320"/>
          </a:xfrm>
          <a:prstGeom prst="rect">
            <a:avLst/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19202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Existing engine
in-process, scaled
out by replicas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01752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017520"/>
            <a:ext cx="73152" cy="1417320"/>
          </a:xfrm>
          <a:prstGeom prst="rect">
            <a:avLst/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154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4747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Azure OpenAI
Private endpoint
content filters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C143"/>
                </a:solidFill>
                <a:latin typeface="Calibri"/>
              </a:rPr>
              <a:t>DATA &amp; SECRETS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14630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1463040"/>
            <a:ext cx="73152" cy="1417320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19202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Azure Database
for PostgreSQL
Flexible Server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01752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3017520"/>
            <a:ext cx="73152" cy="1417320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99448" y="3154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4747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Blob for quotes
Key Vault secrets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" y="4709160"/>
            <a:ext cx="115214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828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Migration principle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1663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Lift the existing Python matching and AI validation modules unchanged. Replace local Excel-on-disk and in-memory catalog with Blob + PostgreSQL. Put identity, networking, and observability around the same APIs so CPQ/agents keep the CSV (and JSON) contracts.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Making QuoteIQ an enterprise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Capabilities beyond the POC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70432"/>
            <a:ext cx="5715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Identity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Entra ID SSO, role-based access (quote user, reviewer, catalog admin). No anonymous public upload in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70432"/>
            <a:ext cx="5715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Tenancy &amp;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8191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User, timestamp, file hash, match decision, and AI prompt version stored for every run. In-memory audit store is replaced by Postgres.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50592"/>
            <a:ext cx="5715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Catalog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6207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Scheduled ingest of Atkore extract; versioned catalog; no matching of family rows; admin approval before publish.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450592"/>
            <a:ext cx="5715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6207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Private endpoints, Key Vault, managed identity (no keys in app settings), malware scan on upload, size/type limits, WAF on Front Door.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30752"/>
            <a:ext cx="5715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4223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Multi-instance API, health/readiness probes, autoscale, poison-message handling for catalog jobs, RPO/RTO for Postgres.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30752"/>
            <a:ext cx="5715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40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4223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Keep CSV for agents; add authenticated APIs for CPQ; optional Event Grid when a quote is processed; never rewrite source files.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010911"/>
            <a:ext cx="5715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2063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Responsible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22391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AI remains optional and candidate-bounded. Content filters, logging without PII in prompts where possible, human review for low confidence.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010911"/>
            <a:ext cx="5715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12063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422391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Dev / test / prod subscriptions, IaC (Bicep or Terraform), CI/CD, environment-specific catalogs, change control for thresholds.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Suggested Azure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C143"/>
                </a:solidFill>
                <a:latin typeface="Calibri"/>
              </a:rPr>
              <a:t>Phased path from POC to enterprise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7432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43200" cy="868680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Now (POC)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Local UI + API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Excel catalog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Alias headers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Optional Azure OpenAI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CSV download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280160"/>
            <a:ext cx="27432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80160"/>
            <a:ext cx="2743200" cy="86868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664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Hosted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App Service / ACA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Entra ID auth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Key Vault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Blob uploads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App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27432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743200" cy="868680"/>
          </a:xfrm>
          <a:prstGeom prst="rect">
            <a:avLst/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64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Data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Azure PostgreSQL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Catalog pipeline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Persistent audit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Private OpenAI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Non-prod + prod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280160"/>
            <a:ext cx="27432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280160"/>
            <a:ext cx="2743200" cy="868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664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Front Door + WAF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RBAC / reviewers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CPQ API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SLA &amp; runbooks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Broader column mapping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QuoteIQ  ·  Proof of Concept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C143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QuoteIQ is ready as a matching POC.
Azure makes it an enterprise quoting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C0D4"/>
                </a:solidFill>
                <a:latin typeface="Calibri"/>
              </a:rPr>
              <a:t>Keep the matching rules, CSV schema, and “never invent a part number” policy.
Wrap them with identity, managed data, private AI, and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C143"/>
                </a:solidFill>
                <a:latin typeface="Calibri"/>
              </a:rPr>
              <a:t>Questions and next step: Phase 1 hosted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